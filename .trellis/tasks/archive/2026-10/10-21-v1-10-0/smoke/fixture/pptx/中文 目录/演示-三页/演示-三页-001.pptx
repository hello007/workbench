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备注占位符 1"/>
          <p:nvPr>
            <p:ph type="body"/>
          </p:nvPr>
        </p:nvSpPr>
        <p:txBody>
          <a:bodyPr/>
          <a:p>
            <a:r>
              <a:t>第一页备注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第一页标题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第一页</a:t>
            </a:r>
            <a:r>
              <a:t>正文行甲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