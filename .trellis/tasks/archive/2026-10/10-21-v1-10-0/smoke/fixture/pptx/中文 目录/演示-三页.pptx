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备注占位符 1"/>
          <p:nvPr>
            <p:ph type="body"/>
          </p:nvPr>
        </p:nvSpPr>
        <p:txBody>
          <a:bodyPr/>
          <a:p>
            <a:r>
              <a:t>第一页备注</a:t>
            </a:r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备注占位符 1"/>
          <p:nvPr>
            <p:ph type="body"/>
          </p:nvPr>
        </p:nvSpPr>
        <p:txBody>
          <a:bodyPr/>
          <a:p>
            <a:r>
              <a:t>第三页备注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/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sldLayoutIdLst>
    <p:sldLayoutId id="2147483648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第三页标题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第三页</a:t>
            </a:r>
            <a:r>
              <a:t>正文行丙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第二页标题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第二页</a:t>
            </a:r>
            <a:r>
              <a:t>正文行乙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标题 1"/>
          <p:nvPr>
            <p:ph type="ctrTitle"/>
          </p:nvPr>
        </p:nvSpPr>
        <p:txBody>
          <a:bodyPr/>
          <a:p>
            <a:r>
              <a:rPr lang="zh-CN"/>
              <a:t>第一页标题</a:t>
            </a:r>
          </a:p>
        </p:txBody>
      </p:sp>
      <p:sp>
        <p:nvSpPr>
          <p:cNvPr id="3" name="内容占位符 2"/>
          <p:nvPr>
            <p:ph type="body"/>
          </p:nvPr>
        </p:nvSpPr>
        <p:txBody>
          <a:bodyPr/>
          <a:p>
            <a:r>
              <a:t>第一页</a:t>
            </a:r>
            <a:r>
              <a:t>正文行甲</a:t>
            </a:r>
          </a:p>
        </p:txBody>
      </p:sp>
    </p:spTree>
  </p:cSld>
</p:sld>
</file>

<file path=ppt/theme/theme1.xml><?xml version="1.0" encoding="utf-8"?>
<a:theme xmlns:a="http://schemas.openxmlformats.org/drawingml/2006/main" name="主题 1"/>
</file>